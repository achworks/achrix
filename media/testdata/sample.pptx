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C6CD27-6852-474E-BEB6-F6FB4C40AF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B144042-487A-4D88-9D65-F3ACBA03503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360000" y="360000"/>
            <a:ext cx="54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AChrix owned media fixture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